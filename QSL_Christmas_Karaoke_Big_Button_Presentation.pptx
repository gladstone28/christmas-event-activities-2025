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results?search_query=The+First+Noel+karaoke+lyrics" TargetMode="External"/><Relationship Id="rId3" Type="http://schemas.openxmlformats.org/officeDocument/2006/relationships/hyperlink" Target="https://www.youtube.com/results?search_query=O+Come+All+Ye+Faithful+karaoke+lyrics" TargetMode="External"/><Relationship Id="rId7" Type="http://schemas.openxmlformats.org/officeDocument/2006/relationships/hyperlink" Target="https://www.youtube.com/results?search_query=O+Little+Town+of+Bethlehem+karaoke+lyrics" TargetMode="External"/><Relationship Id="rId2" Type="http://schemas.openxmlformats.org/officeDocument/2006/relationships/hyperlink" Target="https://www.youtube.com/results?search_query=Silent+Night+karaoke+lyrics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youtube.com/results?search_query=Joy+to+the+World+karaoke+lyrics" TargetMode="External"/><Relationship Id="rId5" Type="http://schemas.openxmlformats.org/officeDocument/2006/relationships/hyperlink" Target="https://www.youtube.com/results?search_query=Away+in+a+Manger+karaoke+lyrics" TargetMode="External"/><Relationship Id="rId4" Type="http://schemas.openxmlformats.org/officeDocument/2006/relationships/hyperlink" Target="https://www.youtube.com/results?search_query=Hark!+The+Herald+Angels+Sing+karaoke+lyric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sults?search_query=Mary+Did+You+Know?+karaoke+lyrics" TargetMode="External"/><Relationship Id="rId7" Type="http://schemas.openxmlformats.org/officeDocument/2006/relationships/hyperlink" Target="https://www.youtube.com/results?search_query=Jesus+Is+the+Reason+karaoke+lyrics" TargetMode="External"/><Relationship Id="rId2" Type="http://schemas.openxmlformats.org/officeDocument/2006/relationships/hyperlink" Target="https://www.youtube.com/results?search_query=Go+Tell+It+on+the+Mountain+karaoke+lyrics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youtube.com/results?search_query=Angels+We+Have+Heard+on+High+karaoke+lyrics" TargetMode="External"/><Relationship Id="rId5" Type="http://schemas.openxmlformats.org/officeDocument/2006/relationships/hyperlink" Target="https://www.youtube.com/results?search_query=Emmanuel+karaoke+lyrics" TargetMode="External"/><Relationship Id="rId4" Type="http://schemas.openxmlformats.org/officeDocument/2006/relationships/hyperlink" Target="https://www.youtube.com/results?search_query=O+Holy+Night+karaoke+lyric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sults?search_query=Jingle+Bells+karaoke+lyrics" TargetMode="External"/><Relationship Id="rId7" Type="http://schemas.openxmlformats.org/officeDocument/2006/relationships/hyperlink" Target="https://www.youtube.com/results?search_query=Little+Drummer+Boy+karaoke+lyrics" TargetMode="External"/><Relationship Id="rId2" Type="http://schemas.openxmlformats.org/officeDocument/2006/relationships/hyperlink" Target="https://www.youtube.com/results?search_query=Feliz+Navidad+karaoke+lyrics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youtube.com/results?search_query=We+Wish+You+a+Merry+Christmas+karaoke+lyrics" TargetMode="External"/><Relationship Id="rId5" Type="http://schemas.openxmlformats.org/officeDocument/2006/relationships/hyperlink" Target="https://www.youtube.com/results?search_query=Santa+Claus+Is+Coming+to+Town+karaoke+lyrics" TargetMode="External"/><Relationship Id="rId4" Type="http://schemas.openxmlformats.org/officeDocument/2006/relationships/hyperlink" Target="https://www.youtube.com/results?search_query=Rudolph+the+Red-Nosed+Reindeer+karaoke+lyri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🎄 QSL Family Christmas Karaoke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Tap a song • Big buttons • Projector‑friendly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Christmas Carols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57200" y="13716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rPr dirty="0"/>
              <a:t>Silent Night</a:t>
            </a:r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457200" y="22860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O Come All Ye Faithful</a:t>
            </a:r>
          </a:p>
        </p:txBody>
      </p:sp>
      <p:sp>
        <p:nvSpPr>
          <p:cNvPr id="5" name="Rectangle 4">
            <a:hlinkClick r:id="rId4"/>
          </p:cNvPr>
          <p:cNvSpPr/>
          <p:nvPr/>
        </p:nvSpPr>
        <p:spPr>
          <a:xfrm>
            <a:off x="457200" y="32004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Hark! The Herald Angels Sing</a:t>
            </a:r>
          </a:p>
        </p:txBody>
      </p:sp>
      <p:sp>
        <p:nvSpPr>
          <p:cNvPr id="6" name="Rectangle 5">
            <a:hlinkClick r:id="rId5"/>
          </p:cNvPr>
          <p:cNvSpPr/>
          <p:nvPr/>
        </p:nvSpPr>
        <p:spPr>
          <a:xfrm>
            <a:off x="457200" y="41148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Away in a Manger</a:t>
            </a:r>
          </a:p>
        </p:txBody>
      </p:sp>
      <p:sp>
        <p:nvSpPr>
          <p:cNvPr id="7" name="Rectangle 6">
            <a:hlinkClick r:id="rId6"/>
          </p:cNvPr>
          <p:cNvSpPr/>
          <p:nvPr/>
        </p:nvSpPr>
        <p:spPr>
          <a:xfrm>
            <a:off x="457200" y="50292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Joy to the World</a:t>
            </a:r>
          </a:p>
        </p:txBody>
      </p:sp>
      <p:sp>
        <p:nvSpPr>
          <p:cNvPr id="8" name="Rectangle 7">
            <a:hlinkClick r:id="rId7"/>
          </p:cNvPr>
          <p:cNvSpPr/>
          <p:nvPr/>
        </p:nvSpPr>
        <p:spPr>
          <a:xfrm>
            <a:off x="457200" y="59436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O Little Town of Bethlehem</a:t>
            </a:r>
          </a:p>
        </p:txBody>
      </p:sp>
      <p:sp>
        <p:nvSpPr>
          <p:cNvPr id="9" name="Rectangle 8">
            <a:hlinkClick r:id="rId8"/>
          </p:cNvPr>
          <p:cNvSpPr/>
          <p:nvPr/>
        </p:nvSpPr>
        <p:spPr>
          <a:xfrm>
            <a:off x="457200" y="68580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The First Noel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Gospel Christmas Songs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57200" y="13716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Go Tell It on the Mountain</a:t>
            </a:r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457200" y="22860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Mary Did You Know?</a:t>
            </a:r>
          </a:p>
        </p:txBody>
      </p:sp>
      <p:sp>
        <p:nvSpPr>
          <p:cNvPr id="5" name="Rectangle 4">
            <a:hlinkClick r:id="rId4"/>
          </p:cNvPr>
          <p:cNvSpPr/>
          <p:nvPr/>
        </p:nvSpPr>
        <p:spPr>
          <a:xfrm>
            <a:off x="457200" y="32004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O Holy Night</a:t>
            </a:r>
          </a:p>
        </p:txBody>
      </p:sp>
      <p:sp>
        <p:nvSpPr>
          <p:cNvPr id="6" name="Rectangle 5">
            <a:hlinkClick r:id="rId5"/>
          </p:cNvPr>
          <p:cNvSpPr/>
          <p:nvPr/>
        </p:nvSpPr>
        <p:spPr>
          <a:xfrm>
            <a:off x="457200" y="41148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Emmanuel</a:t>
            </a:r>
          </a:p>
        </p:txBody>
      </p:sp>
      <p:sp>
        <p:nvSpPr>
          <p:cNvPr id="7" name="Rectangle 6">
            <a:hlinkClick r:id="rId6"/>
          </p:cNvPr>
          <p:cNvSpPr/>
          <p:nvPr/>
        </p:nvSpPr>
        <p:spPr>
          <a:xfrm>
            <a:off x="457200" y="50292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Angels We Have Heard on High</a:t>
            </a:r>
          </a:p>
        </p:txBody>
      </p:sp>
      <p:sp>
        <p:nvSpPr>
          <p:cNvPr id="8" name="Rectangle 7">
            <a:hlinkClick r:id="rId7"/>
          </p:cNvPr>
          <p:cNvSpPr/>
          <p:nvPr/>
        </p:nvSpPr>
        <p:spPr>
          <a:xfrm>
            <a:off x="457200" y="59436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Jesus Is the Reason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 &amp; Upbeat Songs for Kids</a:t>
            </a:r>
          </a:p>
        </p:txBody>
      </p:sp>
      <p:sp>
        <p:nvSpPr>
          <p:cNvPr id="3" name="Rectangle 2">
            <a:hlinkClick r:id="rId2"/>
          </p:cNvPr>
          <p:cNvSpPr/>
          <p:nvPr/>
        </p:nvSpPr>
        <p:spPr>
          <a:xfrm>
            <a:off x="457200" y="13716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Feliz Navidad</a:t>
            </a:r>
          </a:p>
        </p:txBody>
      </p:sp>
      <p:sp>
        <p:nvSpPr>
          <p:cNvPr id="4" name="Rectangle 3">
            <a:hlinkClick r:id="rId3"/>
          </p:cNvPr>
          <p:cNvSpPr/>
          <p:nvPr/>
        </p:nvSpPr>
        <p:spPr>
          <a:xfrm>
            <a:off x="457200" y="22860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Jingle Bells</a:t>
            </a:r>
          </a:p>
        </p:txBody>
      </p:sp>
      <p:sp>
        <p:nvSpPr>
          <p:cNvPr id="5" name="Rectangle 4">
            <a:hlinkClick r:id="rId4"/>
          </p:cNvPr>
          <p:cNvSpPr/>
          <p:nvPr/>
        </p:nvSpPr>
        <p:spPr>
          <a:xfrm>
            <a:off x="457200" y="32004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Rudolph the Red-Nosed Reindeer</a:t>
            </a:r>
          </a:p>
        </p:txBody>
      </p:sp>
      <p:sp>
        <p:nvSpPr>
          <p:cNvPr id="6" name="Rectangle 5">
            <a:hlinkClick r:id="rId5"/>
          </p:cNvPr>
          <p:cNvSpPr/>
          <p:nvPr/>
        </p:nvSpPr>
        <p:spPr>
          <a:xfrm>
            <a:off x="457200" y="41148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Santa Claus Is Coming to Town</a:t>
            </a:r>
          </a:p>
        </p:txBody>
      </p:sp>
      <p:sp>
        <p:nvSpPr>
          <p:cNvPr id="7" name="Rectangle 6">
            <a:hlinkClick r:id="rId6"/>
          </p:cNvPr>
          <p:cNvSpPr/>
          <p:nvPr/>
        </p:nvSpPr>
        <p:spPr>
          <a:xfrm>
            <a:off x="457200" y="50292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We Wish You a Merry Christmas</a:t>
            </a:r>
          </a:p>
        </p:txBody>
      </p:sp>
      <p:sp>
        <p:nvSpPr>
          <p:cNvPr id="8" name="Rectangle 7">
            <a:hlinkClick r:id="rId7"/>
          </p:cNvPr>
          <p:cNvSpPr/>
          <p:nvPr/>
        </p:nvSpPr>
        <p:spPr>
          <a:xfrm>
            <a:off x="457200" y="5943600"/>
            <a:ext cx="411480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800"/>
            </a:pPr>
            <a:r>
              <a:t>Little Drummer Boy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</Words>
  <Application>Microsoft Office PowerPoint</Application>
  <PresentationFormat>On-screen Show (4:3)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🎄 QSL Family Christmas Karaoke</vt:lpstr>
      <vt:lpstr>Traditional Christmas Carols</vt:lpstr>
      <vt:lpstr>Gospel Christmas Songs</vt:lpstr>
      <vt:lpstr>Fun &amp; Upbeat Songs for Kids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Gladstone Rose</cp:lastModifiedBy>
  <cp:revision>1</cp:revision>
  <dcterms:created xsi:type="dcterms:W3CDTF">2013-01-27T09:14:16Z</dcterms:created>
  <dcterms:modified xsi:type="dcterms:W3CDTF">2025-12-23T07:48:34Z</dcterms:modified>
  <cp:category/>
</cp:coreProperties>
</file>